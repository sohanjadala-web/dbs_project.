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nephrology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4846320" cy="2704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CAPSTONE PROJECT EVALUATION  •  REVIEW 0: PROJECT INCEPTION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AI-Driven Chronic Kidney Disease Management System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Project Ideation, Problem Definition, Scope &amp; Team Responsibilities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Team 06 | Project Members: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2520090137 — Jayavarapu Sri Charan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2520080060 — J. Sohan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2520080036 — Adithya Vishnubatala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Course: 25CS1302E — Database Management Systems (DBS) | KL University (KLH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Problem Statement &amp; Clinical Domain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2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The Healthcare Domain &amp; Chronic Kidney Disease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Massive Prevalence: </a:t>
            </a:r>
            <a:r>
              <a:rPr b="0"/>
              <a:t>CKD affects &gt;850 million people globally (&gt;10% adult population), leading to over 1.2M premature deaths annually.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Silent Progression: </a:t>
            </a:r>
            <a:r>
              <a:rPr b="0"/>
              <a:t>Early stages (1-3) show minimal noticeable symptoms. Nephron hyperfiltration masks functional loss until &gt;75% of kidney capacity is destroyed.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Diagnostic Complexity: </a:t>
            </a:r>
            <a:r>
              <a:rPr b="0"/>
              <a:t>Requires analyzing 24 disparate clinical parameters across blood biochemistry, urinalysis, electrolytes, and patient comorbidities.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C2626"/>
                </a:solidFill>
              </a:defRPr>
            </a:pPr>
            <a:r>
              <a:t>Core Problem Statement to Solve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Data Fragmentation: </a:t>
            </a:r>
            <a:r>
              <a:rPr b="0"/>
              <a:t>Patient records, laboratory biomarker test reports, and doctor consultations exist in isolated silos or manual paper logs, causing delays and lost records.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Absence of Early Detection: </a:t>
            </a:r>
            <a:r>
              <a:rPr b="0"/>
              <a:t>Standard clinics lack automated early-risk triage, allowing asymptomatic cases to progress to irreversible Stage 5 ESRD requiring dialysis ($80k/yr).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Proposed Solution: </a:t>
            </a:r>
            <a:r>
              <a:rPr b="0"/>
              <a:t>A unified, secure full-stack healthcare platform combining a 3NF Relational DBMS with Explainable Machine Learning (XGBoost/LightGBM) for proactive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Project Objectives &amp; 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3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1. Database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Design a 3NF normalized PostgreSQL schema with integrity constraints, views, stored procedures, and triggers for clinical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2. Machine Learning Engine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Train gradient-boosted trees on the UCI 400-patient benchmark to achieve high sensitivity with explainable AI (SHAP) feature attributions.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3. Role-Based Access Control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Implement distinct, secure portals for 4 key roles: Admin, Doctor, Lab Staff, and Patient with JWT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4. Clinical Workflow Integration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Provide an end-to-end appointment scheduling pipeline with atomic double-booking prevention and verified diagnostic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Motivation &amp; Stakeholder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4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Patients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Immediate risk scoring, self-service appointment booking, digital laboratory history, and proactive prevention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Nephrologists / Doctors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Patient 360-degree view, one-click ML inference with SHAP explanations, integrated clinical notes, and follow-up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Lab Technicians &amp; Staff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Structured requisition queues, standardized biomarker input forms, file verification gating, and automated patient alerting.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Hospital Administrators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Live system health monitoring, audit log tracing for data modifications, and dynamic SQL reporting for operational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High-Level Technology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5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Relational Database</a:t>
            </a:r>
          </a:p>
          <a:p>
            <a:pPr>
              <a:spcBef>
                <a:spcPts val="400"/>
              </a:spcBef>
              <a:defRPr b="1" sz="1200">
                <a:solidFill>
                  <a:srgbClr val="0F172A"/>
                </a:solidFill>
              </a:defRPr>
            </a:pPr>
            <a:r>
              <a:t>PostgreSQL / SQLite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3NF normalization, ACID transactions, Foreign Key cascades, Triggers, Views, and Stored Procedures.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Backend Framework</a:t>
            </a:r>
          </a:p>
          <a:p>
            <a:pPr>
              <a:spcBef>
                <a:spcPts val="400"/>
              </a:spcBef>
              <a:defRPr b="1" sz="1200">
                <a:solidFill>
                  <a:srgbClr val="0F172A"/>
                </a:solidFill>
              </a:defRPr>
            </a:pPr>
            <a:r>
              <a:t>Python &amp; FastAPI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Asynchronous RESTful APIs, Pydantic data schemas, SQLAlchemy ORM, and OAuth2 JWT authentication.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b="1" sz="1200">
                <a:solidFill>
                  <a:srgbClr val="0F172A"/>
                </a:solidFill>
              </a:defRPr>
            </a:pPr>
            <a:r>
              <a:t>XGBoost, LightGBM, SHAP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Trained on UCI CKD 24-feature dataset, zero data leakage, tree-based Shapley value feature attribution.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Frontend &amp; UI</a:t>
            </a:r>
          </a:p>
          <a:p>
            <a:pPr>
              <a:spcBef>
                <a:spcPts val="400"/>
              </a:spcBef>
              <a:defRPr b="1" sz="1200">
                <a:solidFill>
                  <a:srgbClr val="0F172A"/>
                </a:solidFill>
              </a:defRPr>
            </a:pPr>
            <a:r>
              <a:t>Vanilla HTML5, CSS3, JavaScript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Zero-build responsive SPA architecture, role-segregated portals, and Chart.js analytical visualizations.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Team Division of Work &amp; Milestone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6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Team Member Responsibilities (Team 06)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Jayavarapu Sri Charan (2520090137) - Lead:</a:t>
            </a:r>
            <a:r>
              <a:rPr b="0"/>
              <a:t> Database Architecture (DDL, DML, Views, Triggers, Stored Procedures), FastAPI backend integration, and end-to-end testing.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J. Sohan (2520080060):</a:t>
            </a:r>
            <a:r>
              <a:rPr b="0"/>
              <a:t> Machine Learning Pipeline (Preprocessing, XGBoost/LightGBM training, SHAP explainability) and dataset curation.</a:t>
            </a:r>
          </a:p>
          <a:p>
            <a:pPr>
              <a:spcBef>
                <a:spcPts val="800"/>
              </a:spcBef>
              <a:defRPr b="1" sz="950">
                <a:solidFill>
                  <a:srgbClr val="1E293B"/>
                </a:solidFill>
              </a:defRPr>
            </a:pPr>
            <a:r>
              <a:t>Adithya Vishnubatala (2520080036):</a:t>
            </a:r>
            <a:r>
              <a:rPr b="0"/>
              <a:t> Frontend UI/UX design, role-based dashboards (Admin, Doctor, Lab, Patient), and presentation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Review Milestones Roadmap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Review 0: </a:t>
            </a:r>
            <a:r>
              <a:rPr b="0"/>
              <a:t>Project Ideation, Scope, Objectives, Stakeholders, and Tech Stack.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Review 1: </a:t>
            </a:r>
            <a:r>
              <a:rPr b="0"/>
              <a:t>Literature Survey, System Architecture, ER Modeling &amp; Relational Schema Design.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Review 2: </a:t>
            </a:r>
            <a:r>
              <a:rPr b="0"/>
              <a:t>Core Implementation: DDL/DML, FastAPI Endpoints, ML Training &amp; Preprocessing.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Review 3: </a:t>
            </a:r>
            <a:r>
              <a:rPr b="0"/>
              <a:t>Integration Testing, Triggers/Procedures, Security RBAC, and Validation.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Review 4: </a:t>
            </a:r>
            <a:r>
              <a:rPr b="0"/>
              <a:t>Final Demonstration, Model Benchmarking, Comparison with Existing Systems, &amp; Future 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0: PROJECT INCEPTION  •  REVIEW 0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Expected Outcomes &amp; Review 0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0  —  Slide 7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Deliverables Summary for Subsequent Evaluation Reviews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Functional 3NF Database: </a:t>
            </a:r>
            <a:r>
              <a:rPr b="0">
                <a:solidFill>
                  <a:srgbClr val="1E293B"/>
                </a:solidFill>
              </a:rPr>
              <a:t>10 interrelated tables ensuring zero redundancy, ACID transactions, and foreign key constraints.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Empirical ML Artifacts: </a:t>
            </a:r>
            <a:r>
              <a:rPr b="0">
                <a:solidFill>
                  <a:srgbClr val="1E293B"/>
                </a:solidFill>
              </a:rPr>
              <a:t>Production-ready serialized models (.joblib) with 100% test sensitivity and instant SHAP force plots.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Multi-Role Web Application: </a:t>
            </a:r>
            <a:r>
              <a:rPr b="0">
                <a:solidFill>
                  <a:srgbClr val="1E293B"/>
                </a:solidFill>
              </a:rPr>
              <a:t>Responsive portal with dedicated views for Admin, Doctors, Lab Technicians, and Patients.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Academic Documentation: </a:t>
            </a:r>
            <a:r>
              <a:rPr b="0">
                <a:solidFill>
                  <a:srgbClr val="1E293B"/>
                </a:solidFill>
              </a:rPr>
              <a:t>Comprehensive ER Diagrams, Data Flow Diagrams, SQL Demonstration scripts, and automated Pytest test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